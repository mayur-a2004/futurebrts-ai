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914400"/>
            <a:ext cx="7315200" cy="914400"/>
          </a:xfrm>
          <a:prstGeom prst="rect">
            <a:avLst/>
          </a:prstGeom>
          <a:noFill/>
          <a:ln/>
        </p:spPr>
        <p:txBody>
          <a:bodyPr wrap="square" rtlCol="0" anchor="ctr"/>
          <a:lstStyle/>
          <a:p>
            <a:pPr algn="ctr" indent="0" marL="0">
              <a:buNone/>
            </a:pPr>
            <a:r>
              <a:rPr lang="en-US" sz="3600" dirty="0">
                <a:solidFill>
                  <a:srgbClr val="000000"/>
                </a:solidFill>
              </a:rPr>
              <a:t>Online Library System</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Overview</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Online Library System is a comprehensive digital platform designed to manage library operations efficiently. It provides users with seamless access to a vast collection of books, enabling them to search, borrow, and return books online. The system also integrates advanced features such as book recommendations, ratings, and reviews, enhancing the user experience. Administrators can manage the library's inventory, monitor user activities, and generate detailed reports through an intuitive dash...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Problem Statement</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Traditional library systems often face challenges such as manual book tracking, limited accessibility, and inefficient user management. These issues lead to operational inefficiencies, increased workload for librarians, and a subpar user experience. The Online Library System addresses these problems by automating library operations, providing users with 24/7 access to the library's catalog, and enabling administrators to manage the library more effectively. The system also ensures data security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Objectives</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primary objectives of the Online Library System are to streamline library operations, enhance user experience, and ensure data security. The system aims to automate book borrowing and returning processes, provide advanced search and filtering capabilities, and offer personalized book recommendations. Additionally, it seeks to integrate with external payment gateways for handling fines and penalties, generate detailed reports and analytics, and ensure the accessibility of the library's servic...</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Architecture</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Online Library System is built on a 3-tier architecture, consisting of the presentation tier, application tier, and data tier. The presentation tier handles the user interface, providing users with an intuitive and responsive experience. The application tier contains the business logic, managing user requests, processing transactions, and handling integrations with external systems. The data tier is responsible for storing and retrieving data, ensuring data integrity and security. This archi...</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Tech Stack</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Online Library System utilizes a modern tech stack to ensure performance, scalability, and security. The front-end is built using React.js, providing a responsive and dynamic user interface. The back-end is developed with Node.js and Express.js, ensuring efficient handling of user requests and integrations. The system uses MongoDB as its database, offering flexibility and scalability for managing large volumes of data. For payment processing, the system integrates with Razorpay, ensuring sec...</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Modules</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Online Library System comprises several modules, each designed to handle specific functionalities. The User Management module manages user accounts and roles, ensuring secure access to the system. The Book Catalog module handles the inventory and metadata of books, making it easy for users to browse the collection. The Search and Filter module enables users to find books based on various criteria. The Borrowing and Returning module automates the process of borrowing and returning books. Othe...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DB Design</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database design of the Online Library System is structured to ensure efficient data management and retrieval. The system uses MongoDB, a NoSQL database, to store data in a flexible and scalable manner. Key collections include users, roles, books, authors, genres, borrowed books, return dates, payments, transactions, fines, penalties, reports, analytics, admin users, dashboard metrics, user accounts, book recommendations, reading history, book ratings, book reviews, notifications, notificatio...</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API Design</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Online Library System provides a robust API for seamless integration with other systems and services. Key API endpoints include /users for retrieving a list of all users, /users/{id} for retrieving a specific user by ID, /books for retrieving a list of all books, /books/{id} for retrieving a specific book by ID, /borrowings for creating a new borrowing, /borrowings/{id} for updating a borrowing, /payments for creating a new payment using Razorpay, and /payments/{id} for retrieving a specific...</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Workflow</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workflow of the Online Library System is designed to ensure smooth and efficient library operations. Users begin by logging into the system, where they can browse the book catalog, search for specific books, and view book details. Once a book is selected, users can borrow it, and the system automatically updates the inventory and records the borrowing. Users can return books through the system, which calculates any fines or penalties for late returns. Payments are processed through the integ...</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Security</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Security is a top priority for the Online Library System. The system employs multiple layers of security to protect user data and ensure secure transactions. User authentication is handled using JWT (JSON Web Tokens), ensuring secure access to the system. Password management includes encryption and hashing to protect user credentials. The system also implements role-based access control, ensuring that users can only access functionalities relevant to their roles. Data encryption is used to prote...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2026-03-16T04:54:35Z</dcterms:created>
  <dcterms:modified xsi:type="dcterms:W3CDTF">2026-03-16T04:54:35Z</dcterms:modified>
</cp:coreProperties>
</file>