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ECOMMERCE WEBSITE DEVELOP...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TITAN SUPREME MISSION: Bachelor of Computer Applications</a:t>
            </a:r>
          </a:p>
          <a:p>
            <a:r>
              <a:t>Industrial Build for Tech</a:t>
            </a:r>
          </a:p>
          <a:p>
            <a:r>
              <a:t>Architected by Genesis Neural Core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online-library/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In-depth technical analysis and industrial roadmap for ECOMMERCE WEBSITE DEVELOP... following the {"frontend":"HTML, CSS &amp; JS","php_ecosystem":"Core PHP","database":"MySQL / MariaDB"} architecture.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online-library/online-library/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In-depth technical analysis and industrial roadmap for ECOMMERCE WEBSITE DEVELOP... following the {"frontend":"HTML, CSS &amp; JS","php_ecosystem":"Core PHP","database":"MySQL / MariaDB"} architecture.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online-library/online-library/back-ground.jpg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In-depth technical analysis and industrial roadmap for ECOMMERCE WEBSITE DEVELOP... following the {"frontend":"HTML, CSS &amp; JS","php_ecosystem":"Core PHP","database":"MySQL / MariaDB"}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online-library/online-library/Certificate.docx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In-depth technical analysis and industrial roadmap for ECOMMERCE WEBSITE DEVELOP... following the {"frontend":"HTML, CSS &amp; JS","php_ecosystem":"Core PHP","database":"MySQL / MariaDB"} architecture.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online-library/online-library/Certificate.pdf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In-depth technical analysis and industrial roadmap for ECOMMERCE WEBSITE DEVELOP... following the {"frontend":"HTML, CSS &amp; JS","php_ecosystem":"Core PHP","database":"MySQL / MariaDB"} architecture.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online-library/online-library/css/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In-depth technical analysis and industrial roadmap for ECOMMERCE WEBSITE DEVELOP... following the {"frontend":"HTML, CSS &amp; JS","php_ecosystem":"Core PHP","database":"MySQL / MariaDB"} architecture.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online-library/online-library/css/style.css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In-depth technical analysis and industrial roadmap for ECOMMERCE WEBSITE DEVELOP... following the {"frontend":"HTML, CSS &amp; JS","php_ecosystem":"Core PHP","database":"MySQL / MariaDB"} architecture.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online-library/online-library/diagram 1.1.jpg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In-depth technical analysis and industrial roadmap for ECOMMERCE WEBSITE DEVELOP... following the {"frontend":"HTML, CSS &amp; JS","php_ecosystem":"Core PHP","database":"MySQL / MariaDB"} architecture.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online-library/online-library/diagram 1.jpg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In-depth technical analysis and industrial roadmap for ECOMMERCE WEBSITE DEVELOP... following the {"frontend":"HTML, CSS &amp; JS","php_ecosystem":"Core PHP","database":"MySQL / MariaDB"} architecture.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online-library/online-library/diagram 2.0.jpg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In-depth technical analysis and industrial roadmap for ECOMMERCE WEBSITE DEVELOP... following the {"frontend":"HTML, CSS &amp; JS","php_ecosystem":"Core PHP","database":"MySQL / MariaDB"} architecture.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TITAN BUILD COMPLETE</a:t>
            </a:r>
          </a:p>
          <a:p>
            <a:r>
              <a:t>Questions &amp; 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