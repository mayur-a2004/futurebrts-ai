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real estes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JS (High-Fidelity Prototype)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UI/UX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Design System (Antigravity)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Mock Data Strategy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real estes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Ultra-premium frontend application built with HTML, CSS &amp; JS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Supreme Design System (Glassmorphism)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3D Animated UI Components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multi-page navigation experience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Mock Data integration for all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Industrial Grid Layout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HTML, CSS &amp;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Design System  |  Antigravity Tokens — Glass, Neon, Glows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Core Layout  |  Industrial Grids — Responsive &amp; Futuristic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UI Components  |  3D Transforms — Perspective &amp; Cinematic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Data Layer  |  Mock Services — Realistic Interaction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Property Search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Property Details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Property Comparison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Responsive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User-Friendly Navigation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Call-to-Action Buttons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High-Quality Images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Interactive Maps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Has dedicated role-based access to system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real estes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landing page website real estes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2026-04-26T15:54:45Z</dcterms:created>
  <dcterms:modified xsi:type="dcterms:W3CDTF">2026-04-26T15:54:45Z</dcterms:modified>
</cp:coreProperties>
</file>