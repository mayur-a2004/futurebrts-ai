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Degree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+ Vite + Node.js + MongoDB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Universal AI Build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Proposed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Technology Stack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System Architecture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Key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Database Design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API Overview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Live Screenshots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Future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Thank You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workflows lack efficiency and real-time tracking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platform for data management and reporting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roles have no clear access control or security boundary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either too complex or too limited in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aims to solve all of the above with a unified digital solution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with React + Vite frontend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Node.js REST API backend with JWT authentication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storage with MongoDB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 Panel (Port 3001) for complete control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frontend (Port 3000) with premium 3D animated UI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all system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React + Vite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Node.js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🗃️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MongoDB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System Architecture (4-Layer)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1: Database  |  MongoDB — Models, Schemas, Indexes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2: Backend API  |  Node.js — Controllers, Routes, Auth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3: Admin Panel  |  React (Port 3001) — Full CRUD + Dashboard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4: Frontend App  |  React (Port 3000) — User-facing 3D Animated UI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 Management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Order Management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Payment Gateway Integration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User Registration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Search and Filter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Product Reviews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Wishlist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Cart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System Actors &amp;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— Has dedicated role-based access to system features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/create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/all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/:id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(React Native / Flutter)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and recommendation engine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WebSockets / Push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(AWS/GCP) with CI/CD pipelines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(i18n/l10n)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(Razorpay/Stripe)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successfully delivers a production-ready, full-stack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industry-standard 4-layer architecture pattern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admin panel, user frontend, REST API, and database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maintainable, scalable, and security-first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with project report, diagrams, and test cases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Universal AI Build Engine | ecommerce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2026-04-26T04:13:17Z</dcterms:created>
  <dcterms:modified xsi:type="dcterms:W3CDTF">2026-04-26T04:13:17Z</dcterms:modified>
</cp:coreProperties>
</file>