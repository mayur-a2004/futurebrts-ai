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TITAN SUPREME MISSION: Master of Science in Information Technology</a:t>
            </a:r>
          </a:p>
          <a:p>
            <a:r>
              <a:t>Industrial Build for Industrial/Academic</a:t>
            </a:r>
          </a:p>
          <a:p>
            <a:r>
              <a:t>Architected by Genesis Neural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My Project following the React, Node.js, MongoDB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My Project following the React, Node.js, MongoDB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online-library/online-library/back-ground.jpg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My Project following the React, Node.js, MongoDB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online-library/online-library/Certificate.docx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My Project following the React, Node.js, MongoDB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online-library/online-library/Certificate.pdf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My Project following the React, Node.js, MongoDB architecture.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online-library/online-library/css/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My Project following the React, Node.js, MongoDB architecture.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online-library/online-library/css/style.css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My Project following the React, Node.js, MongoDB architecture.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1.1.jpg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My Project following the React, Node.js, MongoDB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1.jpg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My Project following the React, Node.js, MongoDB architecture.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2.0.jpg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My Project following the React, Node.js, MongoDB architecture.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TITAN BUILD COMPLETE</a:t>
            </a:r>
          </a:p>
          <a:p>
            <a:r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