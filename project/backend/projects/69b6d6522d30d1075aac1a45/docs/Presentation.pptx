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3600" dirty="0">
                <a:solidFill>
                  <a:srgbClr val="000000"/>
                </a:solidFill>
              </a:rPr>
              <a:t>ECOMMERCE WEBSITE SYSTEM...</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Overview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System is a comprehensive platform designed to facilitate online shopping experiences for users. It encompasses various functionalities such as user registration, product browsing, order management, payment processing, and shipping tracking. The system is built to handle a wide range of products categorized into different categories and subcategories, ensuring a seamless navigation experience. Additionally, it includes features like product reviews, wishlists, shopping cart...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Problem Statement</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primary challenge addressed by the Ecommerce Website System is the need for a reliable and user-friendly online shopping platform. Traditional ecommerce systems often suffer from issues such as poor user experience, lack of scalability, and inadequate security measures. These problems can lead to decreased customer satisfaction, lower conversion rates, and potential security breaches. The Ecommerce Website System aims to overcome these challenges by providing a seamless and secure shopping 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Objectives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main objectives of the Ecommerce Website System are to provide a user-friendly and secure online shopping platform, enhance customer engagement, and streamline order and payment processing. Specific objectives include: 1) Developing a scalable and efficient architecture to handle a large number of users and products. 2) Implementing robust security measures to protect user data and transactions. 3) Providing intuitive navigation and product categorization to improve user experience. 4) Enabl...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Architecture</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architecture of the Ecommerce Website System is designed to be modular, scalable, and secure. It follows a three-tier architecture consisting of the presentation layer, application layer, and data layer. The presentation layer handles the user interface and user experience, ensuring intuitive navigation and responsive design. The application layer contains the business logic and processes user requests, including product browsing, order management, and payment processing. The data layer mana...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Tech Stack</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System utilizes a modern and robust tech stack to ensure high performance, scalability, and security. The front-end is built using HTML, CSS, and JavaScript, with frameworks like React.js for dynamic and responsive user interfaces. The back-end is developed using Node.js with Express.js for efficient server-side processing. The database management system is PostgreSQL, chosen for its reliability and scalability. For payment processing, the system integrates with third-party...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Modules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System is composed of several modules, each responsible for specific functionalities. The User Management module handles user registration, login, and profile management. The Product Management module manages product listings, categories, and subcategories. The Order Management module processes orders, tracks order status, and manages returns. The Payment Processing module handles payment transactions and integrates with third-party payment gateways. The Shipping Management...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DB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database design of the Ecommerce Website System is structured to ensure efficient data storage and retrieval. The core entities include User, Product, Order, Payment, Shipping, Category, Subcategory, Review, Wishlist, Cart, Coupon, Newsletter, FAQ, and Contact. The User entity stores user information such as username, email, and password. The Product entity contains product details like name, description, and price. The Order entity links users to products and includes order details like qua...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API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API design of the Ecommerce Website System is RESTful, ensuring a standardized and scalable interface for communication between the front-end and back-end. The APIs are organized into several endpoints, each corresponding to specific functionalities. The User API includes endpoints for user registration, login, and profile management. The Product API provides endpoints for product listing, searching, and details. The Order API handles order creation, status tracking, and returns. The Payment...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Workflow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workflow of the Ecommerce Website System is designed to ensure a seamless user experience from product browsing to order completion. The process begins with user registration and login, after which users can browse products by category or search for specific items. Users can view product details, read reviews, and add products to their wishlist or shopping cart. When ready to purchase, users proceed to checkout, where they enter shipping and payment information. The system processes the paym...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Security</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Security is a top priority in the Ecommerce Website System, with multiple layers of protection to safeguard user data and transactions. The system employs SSL/TLS encryption to secure data transmission between the user's browser and the server. User authentication is implemented using OAuth, ensuring secure login and access control. Password hashing is used to protect user credentials stored in the database. The system also includes role-based access control (RBAC) to restrict access to sensitiv...</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2026-03-15T16:01:28Z</dcterms:created>
  <dcterms:modified xsi:type="dcterms:W3CDTF">2026-03-15T16:01:28Z</dcterms:modified>
</cp:coreProperties>
</file>