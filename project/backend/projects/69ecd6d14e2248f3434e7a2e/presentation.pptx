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website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Degree Project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HTML, CSS &amp; JS + Node.js / Express + MySQL / MariaDB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Universal AI Build Engine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 Statement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Proposed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Technology Stack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System Architecture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Key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Database Design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API Overview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Live Screenshots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Future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Thank You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workflows lack efficiency and real-time tracking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platform for data management and reporting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roles have no clear access control or security boundary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are either too complex or too limited in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website aims to solve all of the above with a unified digital solution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Proposed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with HTML, CSS &amp; JS frontend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Node.js / Express REST API backend with JWT authentication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storage with MySQL / MariaDB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Admin Panel (Port 3001) for complete control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frontend (Port 3000) with premium 3D animated UI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all system operations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HTML, CSS &amp; JS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Node.js / Express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🗃️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MySQL / MariaDB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System Architecture (4-Layer)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1: Database  |  MySQL / MariaDB — Models, Schemas, Indexes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2: Backend API  |  Node.js / Express — Controllers, Routes, Auth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3: Admin Panel  |  React (Port 3001) — Full CRUD + Dashboard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4: Frontend App  |  React (Port 3000) — User-facing 3D Animated UI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Product Management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Order Management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Payment Gateway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Shipping Options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Analytics &amp; Reports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System Actors &amp;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Has dedicated role-based access to system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— Has dedicated role-based access to system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— Has dedicated role-based access to system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— Has dedicated role-based access to system features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API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/api/auth/login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/api/auth/register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PUT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DELETE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/api/admin/stats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(React Native / Flutter)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 and recommendation engine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via WebSockets / Push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(AWS/GCP) with CI/CD pipelines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(i18n/l10n)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 (Razorpay/Stripe)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website successfully delivers a production-ready, full-stack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industry-standard 4-layer architecture pattern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admin panel, user frontend, REST API, and database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maintainable, scalable, and security-first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with project report, diagrams, and test cases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Universal AI Build Engine | ecommerce website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2026-04-25T15:22:37Z</dcterms:created>
  <dcterms:modified xsi:type="dcterms:W3CDTF">2026-04-25T15:22:37Z</dcterms:modified>
</cp:coreProperties>
</file>