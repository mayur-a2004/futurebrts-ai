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+ Node.js + MongoDB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Database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API Overview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with React + Vite frontend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Node.js REST API backend with JWT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 with MongoDB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Panel (Port 3001) for complete control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frontend (Port 3000) with premium 3D animated UI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system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React + Vite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Database  |  MongoDB — Models, Schemas, Indexes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Backend API  |  Node.js — Controllers, Routes, Auth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Admin Panel  |  React (Port 3001) — Full CRUD +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Frontend App  |  React (Port 3000) — User-facing 3D Animated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Business Logic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online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2026-04-26T05:05:17Z</dcterms:created>
  <dcterms:modified xsi:type="dcterms:W3CDTF">2026-04-26T05:05:17Z</dcterms:modified>
</cp:coreProperties>
</file>