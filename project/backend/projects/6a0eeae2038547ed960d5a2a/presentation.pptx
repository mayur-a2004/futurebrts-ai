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MaiaHomes Real Estate Portal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Bachelor's Degree Project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 (High-Fidelity Prototype)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Universal AI Build Engine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Problem Statement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Proposed Solution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Technology Stack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UI/UX Architecture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Key Features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Design System (Antigravity)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Mock Data Strategy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Live Screenshots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Future Scope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Thank You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manual workflows lack efficiency and real-time tracking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centralised platform for data management and reporting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roles have no clear access control or security boundary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are either too complex or too limited in scope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MaiaHomes Real Estate Portal aims to solve all of the above with a unified digital solution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Proposed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Ultra-premium frontend application built with React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Supreme Design System (Glassmorphism)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3D Animated UI Components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High-fidelity multi-page navigation experience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Mock Data integration for all features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Industrial Grid Layout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React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27432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Node.js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🗃️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Database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27432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MongoDB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System Architecture (4-Layer)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1: Design System  |  Antigravity Tokens — Glass, Neon, Glows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2: Core Layout  |  Industrial Grids — Responsive &amp; Futuristic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00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3: UI Components  |  3D Transforms — Perspective &amp; Cinematic Motion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4: Data Layer  |  Mock Services — Realistic Interaction Scenarios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Key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Stunning premium real estate landing page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Listing dashboard with filtering and sorting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Property details page with images and virtual tours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Search bar with autocomplete and suggestions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Map view with property markers and clustering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Dark mode glassmorphic UI with smooth micro-animations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Responsive design for mobile and tablet devices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High-fidelity components for consistent UI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System Actors &amp; Roles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Buyers — Has dedicated role-based access to system features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Agents — Has dedicated role-based access to system features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Owners — Has dedicated role-based access to system features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API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 /api/auth/login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 /api/auth/register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GET /api/resource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 /api/resource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PUT /api/resource/:id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DELETE /api/resource/:id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GET /api/admin/stats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Future Scope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(React Native / Flutter)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analytics and recommendation engine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 via WebSockets / Push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(AWS/GCP) with CI/CD pipelines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(i18n/l10n)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integration (Razorpay/Stripe)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MaiaHomes Real Estate Portal successfully delivers a production-ready, full-stack solution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industry-standard 4-layer architecture pattern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admin panel, user frontend, REST API, and database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maintainable, scalable, and security-first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documented with project report, diagrams, and test cases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Universal AI Build Engine | MaiaHomes Real Estate Portal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2026-05-21T11:27:23Z</dcterms:created>
  <dcterms:modified xsi:type="dcterms:W3CDTF">2026-05-21T11:27:23Z</dcterms:modified>
</cp:coreProperties>
</file>