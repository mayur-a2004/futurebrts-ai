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ECOMMERCE WEBSITE...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SUPREME MISSION: Bachelor of Computer Applications</a:t>
            </a:r>
          </a:p>
          <a:p>
            <a:r>
              <a:t>Industrial Build for Tech</a:t>
            </a:r>
          </a:p>
          <a:p>
            <a:r>
              <a:t>Architected by Genesis Neural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online-library/online-library/back-ground.jpg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online-library/online-library/Certificate.docx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online-library/online-library/css/style.css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2.0.jpg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BUILD COMPLETE</a:t>
            </a:r>
          </a:p>
          <a:p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