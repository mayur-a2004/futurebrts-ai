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maiahomes ecommerce website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 &amp; JS (High-Fidelity Prototype)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Universal AI Build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Proposed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UI/UX Architecture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Design System (Antigravity)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Mock Data Strategy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Live Screenshots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Future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Thank You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workflows lack efficiency and real-time tracking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 for data management and reporting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roles have no clear access control or security boundary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either too complex or too limited in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maiahomes ecommerce website aims to solve all of the above with a unified digital solution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Ultra-premium frontend application built with HTML, CSS &amp; JS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Supreme Design System (Glassmorphism)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3D Animated UI Components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multi-page navigation experience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Mock Data integration for all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Industrial Grid Layout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HTML, CSS &amp; JS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Node.js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🗃️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MongoDB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System Architecture (4-Layer)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1: Design System  |  Antigravity Tokens — Glass, Neon, Glows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2: Core Layout  |  Industrial Grids — Responsive &amp; Futuristic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3: UI Components  |  3D Transforms — Perspective &amp; Cinematic Motion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4: Data Layer  |  Mock Services — Realistic Interaction Scenarios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Listing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Product Details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Shopping Cart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Checkout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Order Tracking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System Actors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Has dedicated role-based access to system features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/api/auth/login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/api/auth/register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/api/admin/stats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(React Native / Flutter)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and recommendation engine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 / Push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 with CI/CD pipelines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(i18n/l10n)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(Razorpay/Stripe)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maiahomes ecommerce website successfully delivers a production-ready, full-stack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industry-standard 4-layer architecture pattern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admin panel, user frontend, REST API, and database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maintainable, scalable, and security-first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with project report, diagrams, and test cases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Universal AI Build Engine | maiahomes ecommerce website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2026-05-13T04:37:30Z</dcterms:created>
  <dcterms:modified xsi:type="dcterms:W3CDTF">2026-05-13T04:37:30Z</dcterms:modified>
</cp:coreProperties>
</file>