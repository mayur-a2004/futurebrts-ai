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7315200" cy="914400"/>
          </a:xfrm>
          <a:prstGeom prst="rect">
            <a:avLst/>
          </a:prstGeom>
          <a:noFill/>
          <a:ln/>
        </p:spPr>
        <p:txBody>
          <a:bodyPr wrap="square" rtlCol="0" anchor="ctr"/>
          <a:lstStyle/>
          <a:p>
            <a:pPr algn="ctr" indent="0" marL="0">
              <a:buNone/>
            </a:pPr>
            <a:r>
              <a:rPr lang="en-US" sz="3600" dirty="0">
                <a:solidFill>
                  <a:srgbClr val="000000"/>
                </a:solidFill>
              </a:rPr>
              <a:t>ECOMMERCE WEBSUTE PROJCT SYSTEM...</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Overview</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Ecommerce Website project aims to create a robust and scalable online platform for buying and selling products. It includes various components such as User Management, Product Management, Order Management, Payment Gateway, Inventory Management, Shipping Management, Customer Support, Reporting and Analytics, Security, SEO, Social Media Integration, Email Marketing, Content Management, User Reviews and Ratings, and Product Recommendations. The system is designed to provide a seamless shopping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Problem Statement</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Traditional brick-and-mortar stores face limitations in terms of reach, scalability, and customer convenience. The Ecommerce Website project addresses these challenges by providing an online platform that allows users to browse, purchase, and review products from anywhere at any time. The system also aims to streamline backend operations such as inventory management, order processing, and customer support, thereby improving overall efficiency and customer satisfaction....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Objectives</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primary objectives of the Ecommerce Website project are to create a user-friendly interface for customers, provide efficient backend management for administrators, ensure secure transactions, and offer personalized shopping experiences. Specific goals include enabling easy user registration and login, managing product catalogs and details, processing orders and payments, tracking inventory levels, providing various shipping options, offering customer support, generating sales reports, ensuri...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Architecture</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Ecommerce Website follows a three-tier architecture consisting of the Presentation Layer, Application Layer, and Data Layer. The Presentation Layer handles the user interface and user experience, ensuring a responsive and intuitive design. The Application Layer contains the business logic and processes user requests, such as product searches, order placements, and payment processing. The Data Layer manages the storage and retrieval of data, including user information, product details, order ...</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Tech Stack</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Ecommerce Website utilizes a modern tech stack to ensure high performance and scalability. The frontend is built using HTML, CSS, and JavaScript, with frameworks like React.js for dynamic user interfaces. The backend is developed using Node.js with Express.js for handling server-side logic. The database is managed using MongoDB for its flexibility and scalability. Payment processing is handled through secure APIs like Stripe or PayPal. Additional technologies include Redis for caching, Elast...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Modules</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Ecommerce Website is divided into several modules, each responsible for specific functionalities. The User Management module handles user registration, login, and profile management. The Product Management module manages product creation, editing, and deletion, including the product catalog and details. The Order Management module handles order creation, processing, and fulfillment, including the shopping cart and checkout process. The Payment Gateway module manages payment processing and tr...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DB Design</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database design for the Ecommerce Website is structured to efficiently store and manage various types of data. The User Collection stores user information such as username, email, password, and profile details. The Product Collection contains product details including name, description, price, and stock levels. The Order Collection manages order information such as order ID, user ID, product details, and payment status. The Payment Collection stores transaction details including payment meth...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API Design</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Ecommerce Website provides a set of RESTful APIs to facilitate communication between the frontend and backend. The User API handles user registration, login, and profile management. The Product API manages product creation, editing, and retrieval, including the product catalog and details. The Order API handles order creation, processing, and retrieval, including the shopping cart and checkout process. The Payment API manages payment processing and transactions. The Inventory API tracks prod...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Workflow</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The workflow of the Ecommerce Website begins with user registration and login. Once logged in, users can browse the product catalog, view product details, and add products to their shopping cart. The checkout process involves selecting a shipping option and completing the payment through the payment gateway. Upon successful payment, the order is processed, and the inventory is updated. The shipping management module handles order fulfillment and tracking. Users can leave reviews and ratings for ...</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000000"/>
                </a:solidFill>
              </a:rPr>
              <a:t>Security</a:t>
            </a:r>
            <a:endParaRPr lang="en-US" sz="2400" dirty="0"/>
          </a:p>
        </p:txBody>
      </p:sp>
      <p:sp>
        <p:nvSpPr>
          <p:cNvPr id="3" name="Text 1"/>
          <p:cNvSpPr/>
          <p:nvPr/>
        </p:nvSpPr>
        <p:spPr>
          <a:xfrm>
            <a:off x="457200" y="1371600"/>
            <a:ext cx="8229600" cy="3657600"/>
          </a:xfrm>
          <a:prstGeom prst="rect">
            <a:avLst/>
          </a:prstGeom>
          <a:noFill/>
          <a:ln/>
        </p:spPr>
        <p:txBody>
          <a:bodyPr wrap="square" rtlCol="0" anchor="ctr"/>
          <a:lstStyle/>
          <a:p>
            <a:pPr indent="0" marL="0">
              <a:buNone/>
            </a:pPr>
            <a:r>
              <a:rPr lang="en-US" sz="1400" dirty="0">
                <a:solidFill>
                  <a:srgbClr val="000000"/>
                </a:solidFill>
              </a:rPr>
              <a:t>Security is a critical aspect of the Ecommerce Website. The system employs various security measures to protect user data and ensure secure transactions. Data encryption is used to safeguard sensitive information such as passwords and payment details. Secure communication protocols like HTTPS are implemented to protect data in transit. User authentication and authorization mechanisms ensure that only authorized users can access specific functionalities. Regular security audits and vulnerability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2026-03-15T15:25:43Z</dcterms:created>
  <dcterms:modified xsi:type="dcterms:W3CDTF">2026-03-15T15:25:43Z</dcterms:modified>
</cp:coreProperties>
</file>