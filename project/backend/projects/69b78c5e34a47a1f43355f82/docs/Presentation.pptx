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914400"/>
            <a:ext cx="7315200" cy="914400"/>
          </a:xfrm>
          <a:prstGeom prst="rect">
            <a:avLst/>
          </a:prstGeom>
          <a:noFill/>
          <a:ln/>
        </p:spPr>
        <p:txBody>
          <a:bodyPr wrap="square" rtlCol="0" anchor="ctr"/>
          <a:lstStyle/>
          <a:p>
            <a:pPr algn="ctr" indent="0" marL="0">
              <a:buNone/>
            </a:pPr>
            <a:r>
              <a:rPr lang="en-US" sz="3600" dirty="0">
                <a:solidFill>
                  <a:srgbClr val="000000"/>
                </a:solidFill>
              </a:rPr>
              <a:t>Online Library System</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Overview</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Online Library System is a comprehensive digital platform designed to manage library operations efficiently. It provides users with seamless access to a vast collection of books, digital content, and library services. The system supports user management, book cataloging, borrowing and returning processes, payment integration, and advanced features like book recommendations and analytics. Built on a 3-tier architecture, it ensures scalability, security, and ease of maintenance. The system cat...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Problem Statement</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Traditional library systems often face challenges such as manual book tracking, inefficient search mechanisms, limited accessibility, and lack of digital integration. These issues lead to operational inefficiencies, user dissatisfaction, and difficulty in managing large collections. The Online Library System addresses these problems by providing a centralized, automated platform that streamlines library operations, enhances user experience, and ensures secure and efficient management of resource...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Objectives</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primary objectives of the Online Library System are to: 1) Provide a user-friendly interface for accessing library resources, 2) Automate book borrowing and returning processes, 3) Integrate secure payment processing for fines and donations, 4) Enable advanced search and filtering capabilities, 5) Offer personalized book recommendations, 6) Generate detailed reports and analytics for library usage, 7) Ensure data security and backup, and 8) Facilitate seamless integration with external syste...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Architecture</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Online Library System follows a 3-tier architecture comprising the Presentation Tier, Application Tier, and Data Tier. The Presentation Tier handles user interfaces and interactions, ensuring a responsive and intuitive experience. The Application Tier manages business logic, including user authentication, book cataloging, and payment processing. The Data Tier stores and retrieves data from databases, ensuring efficient data management and security. This architecture ensures scalability, modu...</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Tech Stack</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Online Library System leverages a modern tech stack to ensure robust performance and scalability. The front-end is built using React.js for a responsive user interface, while the back-end utilizes Node.js with Express.js for handling server-side logic. The database is managed using PostgreSQL for structured data storage. Payment processing is integrated with Razorpay, and authentication is handled using JWT (JSON Web Tokens). Additional tools include Docker for containerization, Git for vers...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Modules</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system comprises multiple modules, each designed to handle specific functionalities. Key modules include User Management for account and role handling, Book Catalog for storing and managing book metadata, Search and Filter for enabling efficient book discovery, Borrowing and Returning for managing book transactions, Payment Gateway for processing payments, Fine and Penalty for handling late returns, Reporting and Analytics for generating insights, and Admin and User Dashboards for managing 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DB Design</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database design for the Online Library System is structured to ensure efficient data storage and retrieval. Key entities include Users, Roles, Books, Authors, Genres, Borrowed Books, Return Dates, Payment Requests, Payment Responses, Fines, Penalties, Usage Statistics, Reports, Admin Users, Library Settings, User Accounts, Borrowing History, Book Recommendations, Reading History, Book Ratings, Book Reviews, Notifications, Notification Settings, User Authentication, Data Encryption, Data Back...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API Design</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API design for the Online Library System ensures seamless integration with external systems and supports various functionalities. Key endpoints include /users for retrieving user lists, /users/{id} for fetching specific user details, /books for accessing book collections, /books/{id} for retrieving specific book details, /borrowings for creating borrowing requests, /borrowings/{id} for updating borrowing requests, /payments for processing payments via Razorpay, and /payments/{id} for fetchin...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Workflow</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workflow of the Online Library System begins with user registration and authentication. Users can browse the book catalog, search for specific titles, and filter results based on genres, authors, or availability. Once a book is selected, users can initiate a borrowing request, which is processed by the system. Payment integration handles fines or donations, and notifications keep users informed about due dates and updates. Administrators manage library operations through the admin dashboard,...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Security</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Security is a top priority for the Online Library System. The system employs JWT-based authentication to ensure secure user access. Data encryption is implemented to protect sensitive information, and role-based access control restricts unauthorized actions. Regular security audits and vulnerability assessments are conducted to identify and mitigate risks. Additionally, the system integrates with Razorpay for secure payment processing and ensures data backup and recovery mechanisms are in place ...</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2026-03-16T04:54:31Z</dcterms:created>
  <dcterms:modified xsi:type="dcterms:W3CDTF">2026-03-16T04:54:31Z</dcterms:modified>
</cp:coreProperties>
</file>