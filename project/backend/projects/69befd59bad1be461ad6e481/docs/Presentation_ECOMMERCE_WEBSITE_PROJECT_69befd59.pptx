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 WEBSITE PROJECT...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SUPREME MISSION: Bachelor of Computer Applications</a:t>
            </a:r>
          </a:p>
          <a:p>
            <a:r>
              <a:t>Industrial Build for Tech</a:t>
            </a:r>
          </a:p>
          <a:p>
            <a:r>
              <a:t>Architected by Genesis Neural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online-library/online-library/back-ground.jpg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online-library/online-library/back-ground.jpg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online-library/online-library/Certificate.docx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online-library/online-library/Certificate.docx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online-library/online-library/Certificate.pdf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online-library/online-library/css/style.css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online-library/online-library/css/style.css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1.1.jpg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1.jpg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2.0.jpg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In-depth technical analysis and industrial roadmap for ECOMMERCE WEBSITE PROJECT... following the {"frontend":"HTML, CSS &amp; JS","php_ecosystem":"Core PHP","database":"MySQL / MariaDB"} architecture.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online-library/online-library/diagram 2.0.jpg - Visual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Industrial Schematic Representation</a:t>
            </a:r>
          </a:p>
        </p:txBody>
      </p:sp>
      <p:pic>
        <p:nvPicPr>
          <p:cNvPr id="4" name="Picture 3" descr="diag_57fca8be3ca24fc786dbff52b96ae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40788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TITAN BUILD COMPLETE</a:t>
            </a:r>
          </a:p>
          <a:p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