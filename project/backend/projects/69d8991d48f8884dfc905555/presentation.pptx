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webste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Degree Project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&amp; JS + Core PHP + MySQL / MariaDB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Universal AI Build Engine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Problem Statement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Proposed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Technology Stack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System Architecture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Key Features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Database Design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API Overview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Live Screenshots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Future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Thank You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manual workflows lack efficiency and real-time tracking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centralised platform for data management and reporting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roles have no clear access control or security boundary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are either too complex or too limited in scope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webste aims to solve all of the above with a unified digital solution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Proposed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with HTML, CSS &amp; JS frontend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Core PHP REST API backend with JWT authentication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storage with MySQL / MariaDB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Admin Panel (Port 3001) for complete control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 frontend (Port 3000) with premium 3D animated UI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for all system operations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HTML, CSS &amp; 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Core PHP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65176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801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🗃️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27432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MySQL / MariaDB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System Architecture (4-Layer)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1: Database  |  MySQL / MariaDB — Models, Schemas, Indexes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2: Backend API  |  Core PHP — Controllers, Routes, Auth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3: Admin Panel  |  React (Port 3001) — Full CRUD +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Layer 4: Frontend App  |  React (Port 3000) — User-facing 3D Animated UI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Key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Authentication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Core Business Logic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System Actors &amp; Roles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— Has dedicated role-based access to system features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/api/auth/login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/api/auth/register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POST /api/resource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PUT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DELETE /api/resource/:id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 /api/admin/stats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 (React Native / Flutter)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analytics and recommendation engine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via WebSockets / Push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(AWS/GCP) with CI/CD pipelines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(i18n/l10n)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 (Razorpay/Stripe)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Conclusion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 webste successfully delivers a production-ready, full-stack solution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industry-standard 4-layer architecture pattern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admin panel, user frontend, REST API, and database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is maintainable, scalable, and security-first</a:t>
            </a:r>
            <a:endParaRPr lang="en-US" sz="1600" dirty="0"/>
          </a:p>
          <a:p>
            <a:pPr marL="342900" indent="-342900">
              <a:spcBef>
                <a:spcPts val="80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with project report, diagrams, and test cases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914400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 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Universal AI Build Engine | ecommerce webste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2026-04-10T06:37:34Z</dcterms:created>
  <dcterms:modified xsi:type="dcterms:W3CDTF">2026-04-10T06:37:34Z</dcterms:modified>
</cp:coreProperties>
</file>