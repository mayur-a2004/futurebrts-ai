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366"/>
                </a:solidFill>
              </a:rPr>
              <a:t>Ecommerce Website Solution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2026-03-07T12:50:48Z</dcterms:created>
  <dcterms:modified xsi:type="dcterms:W3CDTF">2026-03-07T12:50:48Z</dcterms:modified>
</cp:coreProperties>
</file>